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BC2D-88F6-E570-2685-15947C92F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7FD6A-C95F-8127-9913-A630E99D9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CB90-8A54-E3EE-363F-66A60A395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AAC2-E01A-4BD4-9568-86C32769B9F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D6715-4A01-6B84-AF7B-9A973D9A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F073E-DBF2-1257-4B85-7870DAA8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4B7C7-6769-435C-9CB3-D967CFF14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8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A635-2817-298C-383F-4C720E0CC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18A59-D869-D540-8C04-018BABE5A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E7D61-5D31-8569-7370-E9CE2047E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AAC2-E01A-4BD4-9568-86C32769B9F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1C90E-2426-9F01-622A-316D0A9B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EE68E-02A8-60C2-5B18-5571F456A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4B7C7-6769-435C-9CB3-D967CFF14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49A16-05AE-E77D-5B70-F68D39674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A3312-61C4-3842-5B2B-C5153381D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3F711-8EAD-A7B6-2625-D3F0CEC68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AAC2-E01A-4BD4-9568-86C32769B9F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7B483-8880-6B89-8149-F50CA4199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25088-DEF0-7137-DF9D-FE9C02C5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4B7C7-6769-435C-9CB3-D967CFF14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3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E24E-B454-F8F1-2E60-C54576F0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C0BCA-D01E-E6D8-907F-95C1CBC57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49892-99BA-3BCA-9C0D-00D48DFD9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AD976-E604-0C97-8FCF-94E8B4D8F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AAC2-E01A-4BD4-9568-86C32769B9F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ED050-BBF8-4A91-3204-FB264720E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D11CC-5781-C842-DB6D-938B06FD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4B7C7-6769-435C-9CB3-D967CFF14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03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92638-7612-6931-1E84-BB3B99DF7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91C71-2348-398A-A682-18879AE91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ED434-2D59-85F8-5785-55EF10EEF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3BDA61-D3EA-31DB-5DE6-B7B6586F1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844D21-56B2-7080-0F53-009554F587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F7B3E-3F4D-C770-F8AE-028531869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AAC2-E01A-4BD4-9568-86C32769B9F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1A3CC-CC11-1DA1-7CB7-36E0C43D1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C96E2B-6177-3672-4354-87517B96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4B7C7-6769-435C-9CB3-D967CFF14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9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847D7-75E9-2CFF-125B-9BB266FD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69615-A2AE-3F4F-89DC-7881DB61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AAC2-E01A-4BD4-9568-86C32769B9F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88D30-B844-8A42-52BA-A4161D102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2EFA3-432F-E2E6-BEFD-B66D357D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4B7C7-6769-435C-9CB3-D967CFF14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7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6CB7D3-8B13-14DA-E327-42F3C30A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AAC2-E01A-4BD4-9568-86C32769B9F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7250F3-73B1-DF5C-0FC4-7ECB8CC6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6691D-7F4C-126D-C6EE-CC46C1A5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4B7C7-6769-435C-9CB3-D967CFF14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38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5CCC-899F-3DDB-9199-50A180882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79CD-8823-D85E-9228-D3AAA380B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B2F3F-E81C-1FFE-B543-282F7FD10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8B0AE-478B-D2A1-2B7C-0AC0317FF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AAC2-E01A-4BD4-9568-86C32769B9F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4442E-4CA4-C92B-B1A9-898916E6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3749C-2B0A-8283-F7B3-0650FB13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4B7C7-6769-435C-9CB3-D967CFF14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3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B1B2-3CC1-FDFF-7DBC-3CA485A1A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264DA-16DD-A72F-8C9B-7EAF5E1B4D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87998-7FD6-7A73-272A-B0E4AC460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B598A-BE15-1B05-4EE7-6D2460184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AAC2-E01A-4BD4-9568-86C32769B9F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B369F-5D47-329C-EB1E-F20D3600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728C3-6A94-66A9-C609-D4D6ABD53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4B7C7-6769-435C-9CB3-D967CFF14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6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8319-CA09-7A53-624D-E0858490F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1C2D6-4241-9948-9F00-B52DA41E3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2017D-BE3C-213D-DEED-032D8F245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AAC2-E01A-4BD4-9568-86C32769B9F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F00AA-71D2-C2DF-30D3-1469E419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ECBF7-6AF3-1E9B-5C1B-DA75B8F6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4B7C7-6769-435C-9CB3-D967CFF14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02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35F73A-D1EC-1862-420A-F353C6E6F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63B3C-BF64-FB59-C35C-885240965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6E1E4-0D87-2EDE-AC21-40953623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AAC2-E01A-4BD4-9568-86C32769B9F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F66E7-1B6A-0DED-825B-1155BFEF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54F4-AE98-A9E4-675D-12E415FF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4B7C7-6769-435C-9CB3-D967CFF14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3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B539D7-3A1A-2570-BC4A-6B002546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219DA-049D-DDC9-8E3B-56DC3BF39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52CF5-B6E8-58B7-8A89-50301C2FD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BAAC2-E01A-4BD4-9568-86C32769B9F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8E96D-B60A-0EA8-74F0-80E0F64E6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2E0D1-41B3-D163-075E-2D2F6CE10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4B7C7-6769-435C-9CB3-D967CFF14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8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cell data - do not delete" hidden="1">
            <a:extLst>
              <a:ext uri="{FF2B5EF4-FFF2-40B4-BE49-F238E27FC236}">
                <a16:creationId xmlns:a16="http://schemas.microsoft.com/office/drawing/2014/main" id="{C1E53382-66BD-A3C2-0102-169CB57845D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6" imgH="476" progId="TCLayout.ActiveDocument.1">
                  <p:embed/>
                </p:oleObj>
              </mc:Choice>
              <mc:Fallback>
                <p:oleObj name="thinkcell Slide" r:id="rId3" imgW="476" imgH="476" progId="TCLayout.ActiveDocument.1">
                  <p:embed/>
                  <p:pic>
                    <p:nvPicPr>
                      <p:cNvPr id="5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C1E53382-66BD-A3C2-0102-169CB57845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E674379-063C-656D-1E9B-E7B5F2728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6345" y="1890383"/>
            <a:ext cx="5075925" cy="3077234"/>
          </a:xfrm>
        </p:spPr>
        <p:txBody>
          <a:bodyPr vert="horz" rIns="91440">
            <a:normAutofit fontScale="90000"/>
          </a:bodyPr>
          <a:lstStyle/>
          <a:p>
            <a:r>
              <a:rPr lang="en-US" dirty="0">
                <a:solidFill>
                  <a:srgbClr val="002F6C"/>
                </a:solidFill>
                <a:latin typeface="+mn-lt"/>
              </a:rPr>
              <a:t>Fall 2026 </a:t>
            </a:r>
            <a:br>
              <a:rPr lang="en-US" dirty="0">
                <a:solidFill>
                  <a:srgbClr val="002F6C"/>
                </a:solidFill>
                <a:latin typeface="+mn-lt"/>
              </a:rPr>
            </a:br>
            <a:r>
              <a:rPr lang="en-US" dirty="0">
                <a:solidFill>
                  <a:srgbClr val="002F6C"/>
                </a:solidFill>
                <a:latin typeface="+mn-lt"/>
              </a:rPr>
              <a:t>---</a:t>
            </a:r>
            <a:br>
              <a:rPr lang="en-US" dirty="0">
                <a:solidFill>
                  <a:srgbClr val="002F6C"/>
                </a:solidFill>
                <a:latin typeface="+mn-lt"/>
              </a:rPr>
            </a:br>
            <a:r>
              <a:rPr lang="en-US" dirty="0">
                <a:solidFill>
                  <a:srgbClr val="002F6C"/>
                </a:solidFill>
                <a:latin typeface="+mn-lt"/>
              </a:rPr>
              <a:t>AI Data Lab</a:t>
            </a:r>
            <a:br>
              <a:rPr lang="en-US" dirty="0">
                <a:solidFill>
                  <a:srgbClr val="002F6C"/>
                </a:solidFill>
                <a:latin typeface="+mn-lt"/>
              </a:rPr>
            </a:br>
            <a:r>
              <a:rPr lang="en-US" dirty="0">
                <a:solidFill>
                  <a:srgbClr val="002F6C"/>
                </a:solidFill>
                <a:latin typeface="+mn-lt"/>
              </a:rPr>
              <a:t>Check-in 1</a:t>
            </a:r>
          </a:p>
        </p:txBody>
      </p:sp>
      <p:pic>
        <p:nvPicPr>
          <p:cNvPr id="4" name="Picture 3" descr="Center for AI Learning @ Emory University - YouTube">
            <a:extLst>
              <a:ext uri="{FF2B5EF4-FFF2-40B4-BE49-F238E27FC236}">
                <a16:creationId xmlns:a16="http://schemas.microsoft.com/office/drawing/2014/main" id="{8B8B79A2-F67B-43F5-B171-5F797D8AE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17" y="731089"/>
            <a:ext cx="5145657" cy="514565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2A5E75-879F-75D5-546F-95CEB19B9D6D}"/>
              </a:ext>
            </a:extLst>
          </p:cNvPr>
          <p:cNvCxnSpPr/>
          <p:nvPr/>
        </p:nvCxnSpPr>
        <p:spPr>
          <a:xfrm>
            <a:off x="5689600" y="1022350"/>
            <a:ext cx="0" cy="4854396"/>
          </a:xfrm>
          <a:prstGeom prst="line">
            <a:avLst/>
          </a:prstGeom>
          <a:ln>
            <a:solidFill>
              <a:srgbClr val="002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24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E180-E71E-EFF5-623A-642B0DB1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E7FBBA1C-5BDE-3DE0-AC79-54555E0752F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6" imgH="476" progId="TCLayout.ActiveDocument.1">
                  <p:embed/>
                </p:oleObj>
              </mc:Choice>
              <mc:Fallback>
                <p:oleObj name="thinkcell Slide" r:id="rId3" imgW="476" imgH="476" progId="TCLayout.ActiveDocument.1">
                  <p:embed/>
                  <p:pic>
                    <p:nvPicPr>
                      <p:cNvPr id="7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E7FBBA1C-5BDE-3DE0-AC79-54555E0752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5D92169-7DB4-DF54-B77D-17A0D963B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86268"/>
            <a:ext cx="10180609" cy="784225"/>
          </a:xfrm>
        </p:spPr>
        <p:txBody>
          <a:bodyPr vert="horz" rIns="91440">
            <a:normAutofit/>
          </a:bodyPr>
          <a:lstStyle/>
          <a:p>
            <a:r>
              <a:rPr lang="en-US" sz="3600" dirty="0">
                <a:solidFill>
                  <a:srgbClr val="002F6C"/>
                </a:solidFill>
                <a:latin typeface="+mn-lt"/>
              </a:rPr>
              <a:t>**Place your research question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9B3436-3178-8537-8837-830521420773}"/>
              </a:ext>
            </a:extLst>
          </p:cNvPr>
          <p:cNvCxnSpPr>
            <a:cxnSpLocks/>
          </p:cNvCxnSpPr>
          <p:nvPr/>
        </p:nvCxnSpPr>
        <p:spPr>
          <a:xfrm flipV="1">
            <a:off x="577850" y="1131411"/>
            <a:ext cx="10904867" cy="17940"/>
          </a:xfrm>
          <a:prstGeom prst="line">
            <a:avLst/>
          </a:prstGeom>
          <a:ln w="57150">
            <a:solidFill>
              <a:srgbClr val="002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CD1C3A2-C951-4317-F908-6C453C1F9D72}"/>
              </a:ext>
            </a:extLst>
          </p:cNvPr>
          <p:cNvSpPr/>
          <p:nvPr/>
        </p:nvSpPr>
        <p:spPr>
          <a:xfrm>
            <a:off x="0" y="6337300"/>
            <a:ext cx="12192000" cy="520691"/>
          </a:xfrm>
          <a:prstGeom prst="rect">
            <a:avLst/>
          </a:prstGeom>
          <a:solidFill>
            <a:srgbClr val="002F6C"/>
          </a:solidFill>
          <a:ln>
            <a:solidFill>
              <a:srgbClr val="002F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Center for AI Learning @ Emory University - YouTube">
            <a:extLst>
              <a:ext uri="{FF2B5EF4-FFF2-40B4-BE49-F238E27FC236}">
                <a16:creationId xmlns:a16="http://schemas.microsoft.com/office/drawing/2014/main" id="{C9C32121-6CC0-EC48-A9E7-20CB738EE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2717" y="6303328"/>
            <a:ext cx="588633" cy="58863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3E15509-CFD1-8F06-1161-F0D2FF0A71DA}"/>
              </a:ext>
            </a:extLst>
          </p:cNvPr>
          <p:cNvSpPr txBox="1"/>
          <p:nvPr/>
        </p:nvSpPr>
        <p:spPr>
          <a:xfrm>
            <a:off x="171450" y="6428367"/>
            <a:ext cx="1333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i="1" dirty="0">
                <a:solidFill>
                  <a:schemeClr val="bg1"/>
                </a:solidFill>
              </a:rPr>
              <a:t>10</a:t>
            </a:r>
            <a:r>
              <a:rPr lang="en-US" sz="1600" b="0" i="1" u="none" strike="noStrike" dirty="0">
                <a:solidFill>
                  <a:schemeClr val="bg1"/>
                </a:solidFill>
                <a:effectLst/>
                <a:latin typeface="+mn-lt"/>
              </a:rPr>
              <a:t>/08/2026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AF735-EBC5-5DA6-0E97-30B1C40B7E1F}"/>
              </a:ext>
            </a:extLst>
          </p:cNvPr>
          <p:cNvSpPr txBox="1"/>
          <p:nvPr/>
        </p:nvSpPr>
        <p:spPr>
          <a:xfrm>
            <a:off x="8143336" y="6423928"/>
            <a:ext cx="32187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0" i="1" u="none" strike="noStrike" dirty="0">
                <a:solidFill>
                  <a:schemeClr val="bg1"/>
                </a:solidFill>
                <a:effectLst/>
                <a:latin typeface="+mn-lt"/>
              </a:rPr>
              <a:t>AI Data Lab Fall 2026 – Check in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330979-8321-C252-EE2E-DE6DC0A0E1BE}"/>
              </a:ext>
            </a:extLst>
          </p:cNvPr>
          <p:cNvSpPr/>
          <p:nvPr/>
        </p:nvSpPr>
        <p:spPr>
          <a:xfrm>
            <a:off x="533399" y="1541889"/>
            <a:ext cx="10993767" cy="14794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**Describe your topic in further detail here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EEA5BD7-6CB1-9EB0-34CA-AC4EBA98CF15}"/>
              </a:ext>
            </a:extLst>
          </p:cNvPr>
          <p:cNvGrpSpPr/>
          <p:nvPr/>
        </p:nvGrpSpPr>
        <p:grpSpPr>
          <a:xfrm>
            <a:off x="462832" y="3177504"/>
            <a:ext cx="4563495" cy="3028597"/>
            <a:chOff x="462831" y="2656836"/>
            <a:chExt cx="4563495" cy="302859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B961BDC-11D1-FD09-8F4E-DF7F8349DBCF}"/>
                </a:ext>
              </a:extLst>
            </p:cNvPr>
            <p:cNvSpPr/>
            <p:nvPr/>
          </p:nvSpPr>
          <p:spPr>
            <a:xfrm>
              <a:off x="533400" y="3013494"/>
              <a:ext cx="4492926" cy="267193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i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**Describe which data sources you intend to use, with additional context on each source. What is your process to collecting and processing the data?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9DBA39A-9B9E-BD3C-139C-2B971B782EEB}"/>
                </a:ext>
              </a:extLst>
            </p:cNvPr>
            <p:cNvSpPr/>
            <p:nvPr/>
          </p:nvSpPr>
          <p:spPr>
            <a:xfrm>
              <a:off x="462831" y="2656836"/>
              <a:ext cx="1908923" cy="3931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Data Sources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40A3001-5E75-6307-FA3D-F654B1106755}"/>
              </a:ext>
            </a:extLst>
          </p:cNvPr>
          <p:cNvGrpSpPr/>
          <p:nvPr/>
        </p:nvGrpSpPr>
        <p:grpSpPr>
          <a:xfrm>
            <a:off x="5164229" y="3177481"/>
            <a:ext cx="6362937" cy="3028597"/>
            <a:chOff x="5164228" y="2656813"/>
            <a:chExt cx="6362937" cy="302859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61D0C18-3B31-0868-A5D5-74C664862E26}"/>
                </a:ext>
              </a:extLst>
            </p:cNvPr>
            <p:cNvSpPr/>
            <p:nvPr/>
          </p:nvSpPr>
          <p:spPr>
            <a:xfrm>
              <a:off x="5234796" y="3013471"/>
              <a:ext cx="6292369" cy="267193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i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**Describe your plans moving forward with this project, and milestones to achieve by the next check-in on October 29</a:t>
              </a:r>
              <a:r>
                <a:rPr lang="en-US" sz="1600" i="1" baseline="30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th</a:t>
              </a:r>
              <a:r>
                <a:rPr lang="en-US" sz="1600" i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F87962-D879-1890-EE87-88964C821189}"/>
                </a:ext>
              </a:extLst>
            </p:cNvPr>
            <p:cNvSpPr/>
            <p:nvPr/>
          </p:nvSpPr>
          <p:spPr>
            <a:xfrm>
              <a:off x="5164228" y="2656813"/>
              <a:ext cx="1908923" cy="3931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Next Steps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5B74407-2D94-72E4-FF87-BC24EDCA8938}"/>
              </a:ext>
            </a:extLst>
          </p:cNvPr>
          <p:cNvSpPr/>
          <p:nvPr/>
        </p:nvSpPr>
        <p:spPr>
          <a:xfrm>
            <a:off x="462832" y="1183321"/>
            <a:ext cx="1908923" cy="393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Project Aim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9FD8A459-7808-D8AD-BBBA-196F313C2CBA}"/>
              </a:ext>
            </a:extLst>
          </p:cNvPr>
          <p:cNvSpPr txBox="1">
            <a:spLocks/>
          </p:cNvSpPr>
          <p:nvPr/>
        </p:nvSpPr>
        <p:spPr>
          <a:xfrm>
            <a:off x="10969446" y="169283"/>
            <a:ext cx="1026542" cy="784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rgbClr val="002F6C"/>
                </a:solidFill>
                <a:latin typeface="+mn-lt"/>
              </a:rPr>
              <a:t>Group **XX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9D13F07-E761-7797-61D2-5A7D9F9529A6}"/>
              </a:ext>
            </a:extLst>
          </p:cNvPr>
          <p:cNvCxnSpPr>
            <a:cxnSpLocks/>
          </p:cNvCxnSpPr>
          <p:nvPr/>
        </p:nvCxnSpPr>
        <p:spPr>
          <a:xfrm>
            <a:off x="10886536" y="156938"/>
            <a:ext cx="0" cy="842883"/>
          </a:xfrm>
          <a:prstGeom prst="line">
            <a:avLst/>
          </a:prstGeom>
          <a:ln>
            <a:solidFill>
              <a:srgbClr val="002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6655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93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thinkcell Slide</vt:lpstr>
      <vt:lpstr>Fall 2026  --- AI Data Lab Check-in 1</vt:lpstr>
      <vt:lpstr>**Place your research question 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Zeipel, Caroline</dc:creator>
  <cp:lastModifiedBy>Zeipel, Caroline</cp:lastModifiedBy>
  <cp:revision>1</cp:revision>
  <dcterms:created xsi:type="dcterms:W3CDTF">2026-10-01T23:12:02Z</dcterms:created>
  <dcterms:modified xsi:type="dcterms:W3CDTF">2026-10-01T23:27:08Z</dcterms:modified>
</cp:coreProperties>
</file>